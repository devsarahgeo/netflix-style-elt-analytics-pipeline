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8C6F02-82D0-6DF0-0A51-93EA664A80D1}" v="1" dt="2026-02-04T00:18:52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Dashboard 1">
            <a:extLst>
              <a:ext uri="{FF2B5EF4-FFF2-40B4-BE49-F238E27FC236}">
                <a16:creationId xmlns:a16="http://schemas.microsoft.com/office/drawing/2014/main" id="{28D00ED9-5F0D-4B31-99D1-0B5E74F4F1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2026-02-04T00:16:34Z</dcterms:created>
  <dcterms:modified xsi:type="dcterms:W3CDTF">2026-02-04T00:21:05Z</dcterms:modified>
</cp:coreProperties>
</file>